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3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2926080"/>
            <a:ext cx="4114800" cy="41148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AKSHARA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 screening tool built for the scripts and the bilingual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global AI tools were never designed for.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Innovation Hackathon 2026  ·  Theme: Innovate Without Borders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children who need screening most are in classrooms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equipped to provide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5–20%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school-age children show signs of dyslexia or dysgraphia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2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Indian-language screening tool (DALI) — and it needs an expert to run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2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AI screening tools built for Indic scripts or bilingual code-switching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920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scripts are abugidas: consonants carry vowels modified by matras, and consonant clusters fuse into single conjunct glyphs. A reversed English letter and a misplaced matra are structurally different errors — and most Indian children also code-switch between their home language and English, which monolingual AI models misread as a disorder signal.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10-minute classroom screen, run by any teacher,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child's own script and language.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copy/dictation task on a shared tablet, checked against Indic-script-specific error patterns.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337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033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Read-Aloud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7033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passage with real + pseudo-words; fluency measured from the child's own speech.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337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4F5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Code-Switch Filter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033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scoring — bilingual mixing is set aside, never counted as a risk signal.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3337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726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Report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7033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flag + the exact signals behind it. Never a diagnosis.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/ UNIQUENESS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isn't “AI screens for dyslexia.”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what the model was actually built to see.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223A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14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Script-native error taxonomy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5468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 malformation, matra placement, and akshara-boundary errors — not a Latin letter-reversal model stretched to fit a script it wasn't built for.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223A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514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Code-switch-aware pre-filter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15468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global screening tool trains on monolingual data. Bilingual children — most children in India — are exactly who gets false-flagged as a result. We filter that out before scoring, not after a parent gets an upsetting wrong result.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positioning: multimodal (handwriting + speech) screening is established research, not our invention. Our differentiation is script-native error modeling and the code-switch filter — and the output stays a screening flag, never a diagnosis, never a replacement for DALI or a licensed professional.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classroom that has no specialist —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one that already does.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user. Government &amp; low-fee school teachers with zero clinical training, who currently have no practical screening option at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plain-language explanation instead of a clinical report they can't interpret or act 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 &amp; NGOs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anonymized, opt-in aggregate flags to route scarce specialist time to the schools that need it most.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is explainable — a teacher always sees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signal drove the flag.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8658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386584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Script-specific CNN for conjunct, matra &amp; akshara-boundary error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18104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7296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ASR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172968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Regional-accent fluency &amp; decoding-error analysis from the read-aloud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04488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2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5935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 Detection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959352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per-segment language-ID filter, ahead of the risk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90872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74573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745736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models — works offline on a single shared classroom tablet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77256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2F8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53212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Fusion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5532120"/>
            <a:ext cx="7132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scoring layer — no black-box output, ever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ALREADY WORKING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 slide. A working prototype exists today.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Full-stack app running end to end: FastAPI backend + browser frontend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Unicode-based code-switch detector — verified catching mixed-language tokens correctly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85616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DSP-based speech fluency analysis (pause structure, voiced ratio, speaking-rate proxy)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43984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computer-vision handwriting feature extraction (spacing, baseline, glyph geometry)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02352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Transparent rule-based fusion producing an explainable risk flag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60920" y="182880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FCEF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3524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 — stated, not hidden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697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Handwriting CNN — needs a labeled Indic-script dataset that doesn't exist publicly yet; heuristic placeholder documented in code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114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ASR decoding-error detection — needs a Telugu-tuned model; DSP fluency proxy stands in for 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script today. Every under-served script eventually.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flagging is the strongest lever in literacy-intervention research — undiagnosed learning differences compound across every subject the longer they go unaddressed. Removing the cost and specialist-access barrier is the whole design goal 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1089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(MVP)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59736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0632" y="3108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23A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70632" y="31089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01184" y="3108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23A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01184" y="31089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31736" y="3108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23A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31736" y="31089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51392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62288" y="31089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223A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62288" y="31089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abugidas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463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new “language pack” each time — new error taxonomy + fine-tuned model, not a rebuild. The code-switch-aware approach generalizes anywhere multilingual education is the norm, which is most of the world outside a handful of high-resource markets. Deployment path: single classroom → district/state rollout → NGO literacy programs across language regions.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F2F8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Akshara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prototype — built for the children global AI screening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weren't designed to read correctly.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documentation &amp; working demo included in the submission package.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— Global Innovation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2026-09-21T05:11:42Z</dcterms:created>
  <dcterms:modified xsi:type="dcterms:W3CDTF">2026-09-21T05:11:42Z</dcterms:modified>
</cp:coreProperties>
</file>